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8" r:id="rId5"/>
    <p:sldId id="307" r:id="rId6"/>
    <p:sldId id="310" r:id="rId7"/>
    <p:sldId id="263" r:id="rId8"/>
    <p:sldId id="322" r:id="rId9"/>
    <p:sldId id="325" r:id="rId10"/>
    <p:sldId id="321" r:id="rId11"/>
    <p:sldId id="327" r:id="rId12"/>
    <p:sldId id="326" r:id="rId13"/>
    <p:sldId id="328" r:id="rId14"/>
    <p:sldId id="329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4C9703-7008-49B0-BBDF-68C47F08B67E}" v="13" dt="2024-10-25T11:34:14.804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16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10/26/2024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10/26/2024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BB82243-DD3E-E300-F605-C3E55048A8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6550152" y="111760"/>
            <a:ext cx="5641848" cy="64008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2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sz="3600" dirty="0"/>
              <a:t>Campus To Corporate</a:t>
            </a:r>
            <a:br>
              <a:rPr lang="en-US" sz="3600" dirty="0"/>
            </a:br>
            <a:r>
              <a:rPr lang="en-US" sz="3600" dirty="0"/>
              <a:t>                                    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Bridging the gap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302087"/>
              </p:ext>
            </p:extLst>
          </p:nvPr>
        </p:nvGraphicFramePr>
        <p:xfrm>
          <a:off x="6869113" y="1143000"/>
          <a:ext cx="4190999" cy="5054222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ELEMENTS OF  PERSONAL 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 BRANDING</a:t>
                      </a:r>
                      <a:endParaRPr lang="en-US" sz="2400" b="0" dirty="0"/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FIRST IMPRESSION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ETIQUETTE,COMMUNICATION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BODY LANGUAGE,DRESSING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10000"/>
                  </a:schemeClr>
                </a:solidFill>
              </a:rPr>
              <a:t>Campus life</a:t>
            </a:r>
          </a:p>
          <a:p>
            <a:pPr lvl="1"/>
            <a:r>
              <a:rPr lang="en-US" dirty="0"/>
              <a:t>Assignments and Semesters  </a:t>
            </a:r>
          </a:p>
          <a:p>
            <a:pPr lvl="1"/>
            <a:r>
              <a:rPr lang="en-US" dirty="0"/>
              <a:t>Student life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ff1"/>
              </a:rPr>
              <a:t>live their own timings,</a:t>
            </a:r>
            <a:endParaRPr lang="en-US" b="0" i="0" dirty="0">
              <a:solidFill>
                <a:srgbClr val="000000"/>
              </a:solidFill>
              <a:effectLst/>
              <a:latin typeface="ff1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ff1"/>
              </a:rPr>
              <a:t>bunk classes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ff1"/>
              </a:rPr>
              <a:t>skip lessons and still make their grades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US" b="1" dirty="0"/>
              <a:t>Corporate life</a:t>
            </a:r>
          </a:p>
          <a:p>
            <a:pPr lvl="1"/>
            <a:r>
              <a:rPr lang="en-US" dirty="0"/>
              <a:t>Team Work and Deadline</a:t>
            </a:r>
          </a:p>
          <a:p>
            <a:pPr lvl="1"/>
            <a:r>
              <a:rPr lang="en-US" dirty="0"/>
              <a:t>Corporate life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ff1"/>
              </a:rPr>
              <a:t> expected to</a:t>
            </a:r>
            <a:r>
              <a:rPr lang="en-US" b="0" i="0" dirty="0">
                <a:solidFill>
                  <a:srgbClr val="000000"/>
                </a:solidFill>
                <a:effectLst/>
                <a:latin typeface="ff1"/>
              </a:rPr>
              <a:t> be on time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ff1"/>
              </a:rPr>
              <a:t> attend meetings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ff1"/>
              </a:rPr>
              <a:t>take decisions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Elements Of  Personal </a:t>
            </a:r>
            <a:br>
              <a:rPr lang="en-US" dirty="0"/>
            </a:br>
            <a:r>
              <a:rPr lang="en-US" dirty="0"/>
              <a:t> Branding</a:t>
            </a:r>
            <a:br>
              <a:rPr lang="en-US" dirty="0"/>
            </a:b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it 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Why it’s required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 can do this 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F2E67-19AF-9614-2181-0AC9F9C346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Roboto" panose="020F0502020204030204" pitchFamily="2" charset="0"/>
              </a:rPr>
              <a:t>What is personal Branding</a:t>
            </a:r>
          </a:p>
          <a:p>
            <a:pPr marL="0" indent="0">
              <a:buNone/>
            </a:pPr>
            <a:endParaRPr lang="en-US" sz="900" b="1" i="0" dirty="0">
              <a:solidFill>
                <a:srgbClr val="4D5156"/>
              </a:solidFill>
              <a:effectLst/>
              <a:latin typeface="Roboto" panose="020F0502020204030204" pitchFamily="2" charset="0"/>
            </a:endParaRPr>
          </a:p>
          <a:p>
            <a:r>
              <a:rPr lang="en-US" b="0" i="0" dirty="0">
                <a:solidFill>
                  <a:srgbClr val="4D5156"/>
                </a:solidFill>
                <a:effectLst/>
                <a:latin typeface="Roboto" panose="020F0502020204030204" pitchFamily="2" charset="0"/>
              </a:rPr>
              <a:t>personal brand is the combination of your skills, the values you present, and the impression you leave on others.</a:t>
            </a:r>
          </a:p>
          <a:p>
            <a:pPr marL="0" indent="0">
              <a:buNone/>
            </a:pPr>
            <a:endParaRPr lang="en-US" b="0" i="0" dirty="0">
              <a:solidFill>
                <a:srgbClr val="4D5156"/>
              </a:solidFill>
              <a:effectLst/>
              <a:latin typeface="Roboto" panose="020F0502020204030204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Roboto" panose="020F0502020204030204" pitchFamily="2" charset="0"/>
              </a:rPr>
              <a:t>Why it’s required</a:t>
            </a: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Personal branding is essential because it shapes how others perceive you, which can directly impact your career and networking opportunities. </a:t>
            </a:r>
            <a:endParaRPr lang="en-IN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8C797-4BA8-6B6C-B358-CB791AEEA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0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7045-A74D-9624-CD95-6CCBC7D3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elements  of Personal Branding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55373-83DF-DDCA-DD97-B9118A33A9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Etiquette</a:t>
            </a:r>
          </a:p>
          <a:p>
            <a:r>
              <a:rPr lang="en-US" dirty="0"/>
              <a:t>Communication</a:t>
            </a:r>
          </a:p>
          <a:p>
            <a:r>
              <a:rPr lang="en-US" dirty="0"/>
              <a:t>Body Language</a:t>
            </a:r>
          </a:p>
          <a:p>
            <a:r>
              <a:rPr lang="en-US" dirty="0"/>
              <a:t>Dressing  and  Grooming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FCC6-639A-6DF5-5BDA-A8FB66A7F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2D59-37FF-2BD9-7F1F-7A1DC90E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Impression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8EA1-D693-EEFD-B03D-1B896A4E2B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You only have ONE opportunity to make a good first impression</a:t>
            </a:r>
          </a:p>
          <a:p>
            <a:r>
              <a:rPr lang="en-US" dirty="0"/>
              <a:t>85% of  an individual’s success is directly related to social skills of that person</a:t>
            </a:r>
          </a:p>
          <a:p>
            <a:r>
              <a:rPr lang="en-US" dirty="0"/>
              <a:t>This impression can be based on your appearance, body language, tone of voice, and even the words you choose.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9BF91-93D7-C226-1596-5273C4156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46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46B1-8F21-AE69-1E0D-D6837866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74CA-25C6-6E32-FAF3-7665A1D6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7988"/>
            <a:ext cx="7534656" cy="766916"/>
          </a:xfrm>
        </p:spPr>
        <p:txBody>
          <a:bodyPr/>
          <a:lstStyle/>
          <a:p>
            <a:r>
              <a:rPr lang="en-US" dirty="0"/>
              <a:t>Etiquette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AAABF-F2F0-5430-FCE9-5BAB1ECA28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091381"/>
            <a:ext cx="7150608" cy="4304307"/>
          </a:xfrm>
        </p:spPr>
        <p:txBody>
          <a:bodyPr/>
          <a:lstStyle/>
          <a:p>
            <a:r>
              <a:rPr lang="en-US" dirty="0"/>
              <a:t>Phone etiquette</a:t>
            </a:r>
          </a:p>
          <a:p>
            <a:pPr marL="0" indent="0">
              <a:buNone/>
            </a:pPr>
            <a:r>
              <a:rPr lang="en-US" dirty="0"/>
              <a:t>     Identity of yourself at the beginning, Watch your tone, Avoid Distractions.</a:t>
            </a:r>
          </a:p>
          <a:p>
            <a:r>
              <a:rPr lang="en-US" dirty="0"/>
              <a:t>Office etiquette</a:t>
            </a:r>
          </a:p>
          <a:p>
            <a:pPr marL="0" indent="0">
              <a:buNone/>
            </a:pPr>
            <a:r>
              <a:rPr lang="en-US" dirty="0"/>
              <a:t>     Be punctual ,Be respectful, greet everyone ,set your phone silent, listen actively</a:t>
            </a:r>
          </a:p>
          <a:p>
            <a:r>
              <a:rPr lang="en-US" dirty="0"/>
              <a:t>Email etiquette</a:t>
            </a:r>
          </a:p>
          <a:p>
            <a:pPr marL="0" indent="0">
              <a:buNone/>
            </a:pPr>
            <a:r>
              <a:rPr lang="en-US" dirty="0"/>
              <a:t>     use standard formatting ,clear subject line ,professional greeting ,don’t use  emoji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544CF-57D3-4321-D721-2EB0C6E73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6704-9FBF-3868-D757-9BBD80F7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D073-E3B4-338C-7E69-875F21C5BD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Communication is the skill of sharing information, ideas, and feelings in a clear way so that others understand exactly what you mean.</a:t>
            </a:r>
          </a:p>
          <a:p>
            <a:r>
              <a:rPr lang="en-IN" dirty="0"/>
              <a:t>Clarifies Your Message</a:t>
            </a:r>
          </a:p>
          <a:p>
            <a:r>
              <a:rPr lang="en-IN" dirty="0"/>
              <a:t>Builds Credibility and Trust</a:t>
            </a:r>
          </a:p>
          <a:p>
            <a:r>
              <a:rPr lang="en-IN" dirty="0"/>
              <a:t>Enhances Relationships</a:t>
            </a:r>
          </a:p>
          <a:p>
            <a:r>
              <a:rPr lang="en-US" dirty="0"/>
              <a:t>Reflects Your Values and Personality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39BC7-9C01-564E-8232-A22D5EB26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76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ABEF-12D5-1939-479A-46C75C82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E283-55DF-DAEE-97DE-B06ADF2E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Language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9084EB-5989-B82D-B0AF-3FBDEDD0EDB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661652" y="2035277"/>
            <a:ext cx="7659329" cy="42377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59562-9471-8C6F-D887-9B4BB6568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88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9A58-49E2-3386-B9A2-5AE8994F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4D9E-F84C-5668-A4E1-159B154F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Dressing and Grooming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539C-8E57-690E-A3BA-373AD98431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It’s  </a:t>
            </a:r>
            <a:r>
              <a:rPr lang="en-US" dirty="0"/>
              <a:t>refer to how you present yourself in terms of clothing, cleanliness, and personal care, especially in a professional setting.</a:t>
            </a:r>
            <a:endParaRPr lang="en-IN" dirty="0"/>
          </a:p>
          <a:p>
            <a:r>
              <a:rPr lang="en-US" b="1" dirty="0"/>
              <a:t>Dressing</a:t>
            </a:r>
            <a:r>
              <a:rPr lang="en-US" dirty="0"/>
              <a:t>: Wearing appropriate attire based on the occasion or workplace dress code</a:t>
            </a:r>
            <a:r>
              <a:rPr lang="en-IN" dirty="0"/>
              <a:t>Builds Credibility and Trust</a:t>
            </a:r>
          </a:p>
          <a:p>
            <a:r>
              <a:rPr lang="en-US" b="1" dirty="0"/>
              <a:t>Grooming</a:t>
            </a:r>
            <a:r>
              <a:rPr lang="en-US" dirty="0"/>
              <a:t>: Maintaining good personal hygiene and a neat appearance. This includes clean hair, trimmed nails, fresh breath, and a clean, well-groomed look.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5CFF8-B764-7DF6-DE3F-107BA61EF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0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Mahima dabhi</a:t>
            </a:r>
          </a:p>
          <a:p>
            <a:pPr lvl="1"/>
            <a:r>
              <a:rPr lang="en-US" dirty="0"/>
              <a:t>7984960701</a:t>
            </a:r>
          </a:p>
          <a:p>
            <a:pPr lvl="1"/>
            <a:r>
              <a:rPr lang="en-US" dirty="0"/>
              <a:t>mdabhi9494@gmail.com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{8B7D5757-56B4-4560-8806-833BFA241EAB}tf11964407_win32</Template>
  <TotalTime>293</TotalTime>
  <Words>393</Words>
  <Application>Microsoft Office PowerPoint</Application>
  <PresentationFormat>Widescreen</PresentationFormat>
  <Paragraphs>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Courier New</vt:lpstr>
      <vt:lpstr>ff1</vt:lpstr>
      <vt:lpstr>Gill Sans Nova Light</vt:lpstr>
      <vt:lpstr>Roboto</vt:lpstr>
      <vt:lpstr>Sagona Book</vt:lpstr>
      <vt:lpstr>Custom</vt:lpstr>
      <vt:lpstr>Campus To Corporate                                        Bridging the gap</vt:lpstr>
      <vt:lpstr>agenda</vt:lpstr>
      <vt:lpstr>Introduction</vt:lpstr>
      <vt:lpstr>Elements Of  Personal   Branding </vt:lpstr>
      <vt:lpstr>PowerPoint Presentation</vt:lpstr>
      <vt:lpstr>What are the elements  of Personal Branding</vt:lpstr>
      <vt:lpstr>First Impression </vt:lpstr>
      <vt:lpstr>Etiquette</vt:lpstr>
      <vt:lpstr>Communication</vt:lpstr>
      <vt:lpstr>Body Language</vt:lpstr>
      <vt:lpstr>Dressing and Grooming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mahimabadabhi@outlook.com</dc:creator>
  <cp:lastModifiedBy>mahimabadabhi@outlook.com</cp:lastModifiedBy>
  <cp:revision>2</cp:revision>
  <dcterms:created xsi:type="dcterms:W3CDTF">2024-10-25T04:41:12Z</dcterms:created>
  <dcterms:modified xsi:type="dcterms:W3CDTF">2024-10-26T06:23:20Z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